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1" Type="http://schemas.openxmlformats.org/officeDocument/2006/relationships/image" Target="../media/image12.png"/><Relationship Id="rId10" Type="http://schemas.openxmlformats.org/officeDocument/2006/relationships/image" Target="../media/image17.png"/><Relationship Id="rId12" Type="http://schemas.openxmlformats.org/officeDocument/2006/relationships/image" Target="../media/image16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5087" y="3875633"/>
            <a:ext cx="698182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30541" y="2172741"/>
            <a:ext cx="7330916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CASO BOEING 737 MAX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05087" y="2938462"/>
            <a:ext cx="6981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D99AE"/>
                </a:solidFill>
                <a:latin typeface="Lato"/>
                <a:ea typeface="Lato"/>
                <a:cs typeface="Lato"/>
                <a:sym typeface="Lato"/>
              </a:rPr>
              <a:t>Análisis desde la Perspectiva de la Ingeniería de Requisitos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605087" y="4075658"/>
            <a:ext cx="6981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Erick Jhair Rodas Ordoñez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| Paralelo: 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605087" y="4380458"/>
            <a:ext cx="6981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Ingeniería de Software | UTPL | Abril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Introducción: </a:t>
            </a:r>
            <a:r>
              <a:rPr b="1" i="0" lang="en-US" sz="3300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El Fallo del MCAS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5241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Entre 2018 y 2019, los vuelos Lion Air 610 y Ethiopian Airlines 302 se estrellaron fatalmente, provocando la pérdida de 346 vidas.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6290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Las investigaciones revelaron que el </a:t>
            </a: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MCAS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(Maneuvering Characteristics Augmentation System) activó erróneamente los mecanismos de descenso de morro.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73392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El error se derivó de lecturas incorrectas de un </a:t>
            </a: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único sensor de ángulo de ataque (AOA)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, impidiendo a los pilotos neutralizar la falla a tiempo debido a deficiencias sistémicas en su concepción.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7479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77479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77479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3680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47529" y="3368129"/>
            <a:ext cx="274034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Restricción Comercial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844379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elicitación se basó en minimizar cambios respecto al modelo anterior. Los requisitos de seguridad se subordinaron al objetivo comercial de evitar costos de reentrenamiento en simulador.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3680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005863" y="3368129"/>
            <a:ext cx="21802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Pilotos Ignorados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3844379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 usuarios finales no fueron consultados. Sus necesidades operacionales no se recogieron, al punto que los pilotos desconocían por completo la existencia del sistema MCAS.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3680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694152" y="3368129"/>
            <a:ext cx="23602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Regulador Omitido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374" y="3844379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Boeing minimizó la relevancia del MCAS ante la FAA presentándolo como una modificación menor, impidiendo que el regulador formulara requisitos de certificación adecuados.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89112" y="2577554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1687" y="2577554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59987" y="2577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Obtención y Elicitación de Requisitos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02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6002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La especificación omitió principios fundamentales de la industria aeronáutica, resultando en un sistema frágil frente a fallas técnicas.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04875" y="27527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Falta de Redundancia: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Se omitió el uso simultáneo de ambos sensores AOA, dependiendo de un solo sensor vulnerable.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04875" y="35528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Límites Operacionales Ausentes: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No se especificó límite de activaciones consecutivas ni fuerza máxima de corrección manual.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46577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Sin Indicadores: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Ausencia de luz indicadora de activación del MCAS en cabina y nula mención en manuales.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04875" y="5457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Alertas Internas Ignoradas: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Las advertencias de los ingenieros no modificaron las especificaciones.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1619250"/>
            <a:ext cx="524827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5587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5687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00587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00687"/>
            <a:ext cx="152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Especificación de Requisitos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967037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10s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5862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Respuesta Catastrófica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34125" y="20955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Fallo Severo en la Validación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34125" y="26384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En 2012, un piloto de prueba en simulador tardó </a:t>
            </a: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diez segundos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en responder a una activación no comandada del MCAS, un tiempo clasificado internamente como evento catastrófico.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34125" y="37433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Ocultamiento Crítico: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Esta evidencia empírica que demostraba que el sistema no satisfacía los requisitos de seguridad fue </a:t>
            </a:r>
            <a:r>
              <a:rPr b="0" i="0" lang="en-US" sz="15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ocultada a la FAA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34125" y="48482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Adicionalmente, el programa ODA fragmentó la información entregada al regulador, impidiendo una evaluación externa y objetiva de la seguridad del sistema.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Validación y Verificación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8837"/>
            <a:ext cx="52863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28837"/>
            <a:ext cx="52863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962025" y="25193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Riesgo Técnico No Mitigado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62025" y="306228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Fallo de sensor único: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Los sensores AOA tenían historial de fallos por impactos de aves. Decidir usar solo uno era un riesgo evidente de diseño que </a:t>
            </a: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nunca fue registrado, evaluado ni mitigado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formalmente.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62025" y="44243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Tampoco se gestionó el riesgo de las </a:t>
            </a:r>
            <a:r>
              <a:rPr b="0" i="1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activaciones múltiples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, que en el caso de Lion Air ocurrieron más de 20 veces consecutivas.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724650" y="25193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Negocio vs. Seguridad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24650" y="30622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Conflicto Directo: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Existía una restricción contractual (con Southwest Airlines) que penalizaba a Boeing si se requería entrenamiento en simulador.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724650" y="4119562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Este conflicto no fue escalado como un riesgo. </a:t>
            </a:r>
            <a:r>
              <a:rPr b="1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El requisito de negocio prevaleció</a:t>
            </a:r>
            <a:r>
              <a:rPr b="0" i="0" lang="en-US" sz="1500" u="none" cap="none" strike="noStrike">
                <a:solidFill>
                  <a:srgbClr val="EDF2F4"/>
                </a:solidFill>
                <a:latin typeface="Lato"/>
                <a:ea typeface="Lato"/>
                <a:cs typeface="Lato"/>
                <a:sym typeface="Lato"/>
              </a:rPr>
              <a:t> sobre el de seguridad de forma encubierta, alterando la calidad global de la ingeniería.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Gestión de Requisitos y Riesgos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571500" y="3910012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07968" y="4214812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Obtención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4672012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Lato"/>
                <a:ea typeface="Lato"/>
                <a:cs typeface="Lato"/>
                <a:sym typeface="Lato"/>
              </a:rPr>
              <a:t>Realizar talleres participativos reales con pilotos e incluir canales de transparencia total con la FAA desde el día uno.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3343888" y="2210990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Especificación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3407419" y="2668190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Lato"/>
                <a:ea typeface="Lato"/>
                <a:cs typeface="Lato"/>
                <a:sym typeface="Lato"/>
              </a:rPr>
              <a:t>Exigir redundancia obligatoria de sensores, definir límites operacionales físicos y documentar todo en los manuales de vuelo.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179808" y="4214812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Validación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243339" y="4672012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Lato"/>
                <a:ea typeface="Lato"/>
                <a:cs typeface="Lato"/>
                <a:sym typeface="Lato"/>
              </a:rPr>
              <a:t>Implementar pruebas con pilotos reales y obligar al reporte ineludible de cualquier falla catastrófica en los simuladores.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015728" y="2210990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079259" y="2668190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Lato"/>
                <a:ea typeface="Lato"/>
                <a:cs typeface="Lato"/>
                <a:sym typeface="Lato"/>
              </a:rPr>
              <a:t>Crear matrices de trazabilidad, registros formales de riesgo y un canal de comunicación de seguridad independiente de la presión comercial.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1727820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563740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399659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0235579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¿Qué Pudo Hacerse Diferente?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781175" y="1238398"/>
            <a:ext cx="8629650" cy="28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Los requisitos de seguridad no pueden ser negociados como variables de ajuste ante restricciones de mercado. Su cumplimiento debe ser una condición autónoma y no negociable.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3481387" y="4457700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457B9D"/>
                </a:solidFill>
                <a:latin typeface="Lato"/>
                <a:ea typeface="Lato"/>
                <a:cs typeface="Lato"/>
                <a:sym typeface="Lato"/>
              </a:rPr>
              <a:t>LECCIÓN FUNDAMENTAL DE LA TRAGEDIA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400175" y="5071020"/>
            <a:ext cx="9391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D99AE"/>
                </a:solidFill>
                <a:latin typeface="Lato"/>
                <a:ea typeface="Lato"/>
                <a:cs typeface="Lato"/>
                <a:sym typeface="Lato"/>
              </a:rPr>
              <a:t>Los fallos en la ingeniería de requisitos no son simples errores de documentación; en sistemas de misión crítica, son decisiones con consecuencias fatales.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209675" y="1619398"/>
            <a:ext cx="52893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0453392" y="4038596"/>
            <a:ext cx="52893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